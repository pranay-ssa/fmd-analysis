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5" d="100"/>
          <a:sy n="105" d="100"/>
        </p:scale>
        <p:origin x="798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dirty="0">
                <a:solidFill>
                  <a:srgbClr val="000000"/>
                </a:solidFill>
                <a:latin typeface="Calibri"/>
              </a:rPr>
              <a:t>Why we built a multi-label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1672" cy="52120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Real images can carry more than one defect tag at once: of 3,377 lens images, 178 carry two tags together.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A standard model gives exactly one answer per image, so on those pictures it must drop a real label.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Our model answers all 5 tags independently: it can say 'Multiple Lenses: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yes'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and 'Folded Lens: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yes'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in the same picture.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First full run: 93.9% of test images came back fully correct (636 of 677).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4 of the 5 tags are learned almost perfectly; only one tag, Folded Lens, stays weak - and that is the story of the next slides.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dirty="0">
                <a:solidFill>
                  <a:srgbClr val="000000"/>
                </a:solidFill>
                <a:latin typeface="Calibri"/>
              </a:rPr>
              <a:t>How we read the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34440"/>
            <a:ext cx="11091672" cy="5349240"/>
          </a:xfrm>
        </p:spPr>
        <p:txBody>
          <a:bodyPr wrap="square" anchor="ctr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Accuracy misleads here. Most answers are 'not present', so a model that says 'no' to everything still scores about 79% while detecting nothing.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We use AUPRC (0 to 1, higher is better) as the headline measure: it scores each tag separately and averages them, so rare tags count as much as common ones.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Every score is read next to its own tag - a high number with no baseline beside it can be a shortcut, not a skill.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59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 dirty="0">
                <a:solidFill>
                  <a:srgbClr val="000000"/>
                </a:solidFill>
              </a:rPr>
              <a:t>How the model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 dirty="0">
                <a:solidFill>
                  <a:srgbClr val="595959"/>
                </a:solidFill>
              </a:rPr>
              <a:t>A high-level overview: one picture in, five independent answers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825" y="1298448"/>
            <a:ext cx="2008938" cy="34427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4811" y="1568196"/>
            <a:ext cx="1837943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</a:rPr>
              <a:t>1 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243" y="206197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</a:rPr>
              <a:t>one photo from the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691" y="2729484"/>
            <a:ext cx="1463040" cy="1188720"/>
          </a:xfrm>
          <a:prstGeom prst="roundRect">
            <a:avLst/>
          </a:prstGeom>
          <a:solidFill>
            <a:srgbClr val="E9EDF3"/>
          </a:solidFill>
          <a:ln w="12700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443" y="2930652"/>
            <a:ext cx="859536" cy="859536"/>
          </a:xfrm>
          <a:prstGeom prst="ellipse">
            <a:avLst/>
          </a:prstGeom>
          <a:solidFill>
            <a:srgbClr val="9DC3E6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70611" y="3131820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1195" y="321411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99411" y="1298448"/>
            <a:ext cx="2084832" cy="34427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90850" y="1568196"/>
            <a:ext cx="1929384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2  ResNet 50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283" y="206197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</a:rPr>
              <a:t>a pre-trained network that reads the picture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8302" y="2729484"/>
            <a:ext cx="1554480" cy="310896"/>
          </a:xfrm>
          <a:prstGeom prst="round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84043" y="3168396"/>
            <a:ext cx="1143000" cy="310896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66923" y="3607308"/>
            <a:ext cx="777240" cy="310896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96890" y="1298448"/>
            <a:ext cx="2907793" cy="34427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88331" y="1568196"/>
            <a:ext cx="2752344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3  Five tag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763" y="2061972"/>
            <a:ext cx="2697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one 0-1 score per tag, cut at 0.5 (red 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4051" y="2711196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Multiple Lenses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5651" y="2738628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05651" y="2738628"/>
            <a:ext cx="950518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78395" y="2715768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491" y="272034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4051" y="3022092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Folded Lens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651" y="3049524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05651" y="3049524"/>
            <a:ext cx="892911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78395" y="3026664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491" y="303123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4051" y="3332988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Missing Lens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5651" y="3360420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05651" y="3360420"/>
            <a:ext cx="134416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78395" y="3337560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1491" y="334213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4051" y="3643884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Cavity Off Center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5651" y="3671316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05651" y="3671316"/>
            <a:ext cx="96012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678395" y="3648456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11491" y="3653028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4051" y="3954779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Missing Primary Package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05651" y="3982212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205651" y="3982212"/>
            <a:ext cx="115214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78395" y="3959351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1491" y="3963923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44763" y="1298448"/>
            <a:ext cx="2542032" cy="34427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08771" y="1568196"/>
            <a:ext cx="2414015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4  Answer per tag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6203" y="2061972"/>
            <a:ext cx="23591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</a:rPr>
              <a:t>one yes / no for each tag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91067" y="2702052"/>
            <a:ext cx="2249424" cy="246888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375623"/>
                </a:solidFill>
              </a:rPr>
              <a:t>Multiple Lenses: Yes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91067" y="3012948"/>
            <a:ext cx="2249424" cy="246888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375623"/>
                </a:solidFill>
              </a:rPr>
              <a:t>Folded Lens: Yes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91067" y="3323844"/>
            <a:ext cx="2249424" cy="24688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Missing Lens: 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91067" y="3634740"/>
            <a:ext cx="2249424" cy="24688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Cavity Off Center: 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91067" y="3945636"/>
            <a:ext cx="2249424" cy="24688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Missing Primary Package: No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459915" y="2935224"/>
            <a:ext cx="493776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94155" y="276148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2E75B6"/>
                </a:solidFill>
              </a:rPr>
              <a:t>feeds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157395" y="2935224"/>
            <a:ext cx="493776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66945" y="2735311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</a:rPr>
              <a:t>scores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677835" y="2935224"/>
            <a:ext cx="493776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24446" y="271576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2E75B6"/>
                </a:solidFill>
              </a:rPr>
              <a:t>0.5 cut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7851" y="5020056"/>
            <a:ext cx="5491064" cy="14741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66523" y="5215397"/>
            <a:ext cx="5358384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Old way: one answer per picture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7107" y="5735260"/>
            <a:ext cx="515721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2303F"/>
                </a:solidFill>
              </a:rPr>
              <a:t>The model picks the single most likely label. On the 178 pictures that carry two tags, one real label has to be dropped.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3087" y="5020056"/>
            <a:ext cx="5491062" cy="14741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367204" y="5198535"/>
            <a:ext cx="5362937" cy="426997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Our way: five independent answers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7959" y="5738398"/>
            <a:ext cx="516159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2303F"/>
                </a:solidFill>
              </a:rPr>
              <a:t>Each tag is decided on its own, so a picture can answer Yes to both Multiple Lenses and Folded Lens at the same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dirty="0">
                <a:solidFill>
                  <a:srgbClr val="000000"/>
                </a:solidFill>
                <a:latin typeface="Calibri"/>
              </a:rPr>
              <a:t>Results: baseline vs </a:t>
            </a:r>
            <a:r>
              <a:rPr sz="3400" b="1" dirty="0" err="1">
                <a:solidFill>
                  <a:srgbClr val="000000"/>
                </a:solidFill>
                <a:latin typeface="Calibri"/>
              </a:rPr>
              <a:t>MultiScale</a:t>
            </a:r>
            <a:r>
              <a:rPr sz="3400" b="1" dirty="0">
                <a:solidFill>
                  <a:srgbClr val="000000"/>
                </a:solidFill>
                <a:latin typeface="Calibri"/>
              </a:rPr>
              <a:t>, and the Folded Lens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1672" cy="52120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We compared two models on identical data: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ResNet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50 and the larger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MultiScale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model.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The larger model does not win: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ResNet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50 AUPRC 0.905 vs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MultiScale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0.862 - more capacity did not add accuracy.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Both models fail the same tag: Folded Lens is found at most 2 times out of 36, while Multiple Lenses is found 289 of 289.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The reason: every Folded Lens image in our data also carries Multiple Lenses, so the model learns 'Multiple Lenses implies everything' and never learns what a folded lens looks like.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Adding capacity made it worse, not better - the bigger model is simply more confident in the wrong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Conclusion: this is a data gap, not a model gap - we need more diverse Folded Lens examples to break the pattern.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dirty="0">
                <a:solidFill>
                  <a:srgbClr val="000000"/>
                </a:solidFill>
                <a:latin typeface="Calibri"/>
              </a:rP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1672" cy="52120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Collect more Folded Lens images, ideally some that are not also Multiple Lenses - the one change that lets the model learn the difference.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Tune the decision level for Folded Lens from saved scores - no retraining needed.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Keep testing other architectures: the best variant leads on overall F1, and we will confirm it with repeat runs.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Weigh the tags differently during training so rare tags like Folded Lens count more - already queued.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2400" dirty="0">
                <a:solidFill>
                  <a:srgbClr val="000000"/>
                </a:solidFill>
                <a:latin typeface="Calibri"/>
              </a:rPr>
              <a:t>Each run takes under 20 minutes, so follow-up experiments are days, not 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59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</a:rPr>
              <a:t>The numbers, tag by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5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</a:rPr>
              <a:t>Baseline run on 677 test pictures, each of the five tags scored separately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37360" y="1874519"/>
          <a:ext cx="8686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Tag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Test pictures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Score (AUPRC)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Found at the cut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Multiple Lenses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1.00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289 of 289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Missing Primary Package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1.00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286 of 286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Missing Lens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65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1.00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61 of 65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Cavity Off Center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1.00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35 of 37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Folded Lens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36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0.52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 of 36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7492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2303F"/>
                </a:solidFill>
              </a:rPr>
              <a:t>The overall result reads 93.9% of pictures fully correct, yet Folded Lens is found only 2 times out of 36: one weak tag hides inside a good average.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</a:rPr>
              <a:t>Score (AUPRC): 1.00 = perfect ranking, 0 = no signal. Higher is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59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</a:rPr>
              <a:t>ResNet 50 vs MultiScale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5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</a:rPr>
              <a:t>Same data, same recipe: the only difference is the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149261"/>
              </p:ext>
            </p:extLst>
          </p:nvPr>
        </p:nvGraphicFramePr>
        <p:xfrm>
          <a:off x="1737360" y="1874519"/>
          <a:ext cx="86867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ResNet 50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MultiScale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Overall score (AUPRC)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0.905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0.862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Balance across tags (macro F1)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0.808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0.774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Pictures fully correct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93.9%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92.5%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Multiple Lenses found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289 of 289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289 of 289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Folded Lens found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 of 36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0 of 36</a:t>
                      </a:r>
                    </a:p>
                  </a:txBody>
                  <a:tcPr marT="27432" marB="27432" anchor="ctr">
                    <a:solidFill>
                      <a:srgbClr val="FB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21208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dirty="0">
                <a:solidFill>
                  <a:srgbClr val="22303F"/>
                </a:solidFill>
              </a:rPr>
              <a:t>The larger model does not lift the score, and Folded Lens is barely found by either: 2 of 36 and 0 of 36.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59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</a:rPr>
              <a:t>Accuracy vs AUPRC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5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</a:rPr>
              <a:t>Why the deck reports AUPRC instead of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596896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Rounded Rectangle 4"/>
          <p:cNvSpPr/>
          <p:nvPr/>
        </p:nvSpPr>
        <p:spPr>
          <a:xfrm>
            <a:off x="621792" y="1673352"/>
            <a:ext cx="5248656" cy="457200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03704"/>
            <a:ext cx="4846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dirty="0">
                <a:solidFill>
                  <a:srgbClr val="C0504D"/>
                </a:solidFill>
              </a:rPr>
              <a:t>79%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1169"/>
            <a:ext cx="46634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dirty="0">
                <a:solidFill>
                  <a:srgbClr val="22303F"/>
                </a:solidFill>
              </a:rPr>
              <a:t>A model that answers "No" to every tag reaches 79% accuracy while detecting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79762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C0504D"/>
                </a:solidFill>
              </a:rPr>
              <a:t>High score, zero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00200"/>
            <a:ext cx="5394960" cy="2596896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ounded Rectangle 9"/>
          <p:cNvSpPr/>
          <p:nvPr/>
        </p:nvSpPr>
        <p:spPr>
          <a:xfrm>
            <a:off x="6318504" y="1673352"/>
            <a:ext cx="5248656" cy="457200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AUPRC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221992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4F8150"/>
                </a:solidFill>
              </a:rPr>
              <a:t>0.90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823599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Multiple Lenses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14232" y="2851031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13"/>
          <p:cNvSpPr/>
          <p:nvPr/>
        </p:nvSpPr>
        <p:spPr>
          <a:xfrm>
            <a:off x="8714232" y="2851031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10872216" y="2823599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97918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22303F"/>
                </a:solidFill>
              </a:rPr>
              <a:t>Missing Primary Package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14232" y="3125351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ounded Rectangle 17"/>
          <p:cNvSpPr/>
          <p:nvPr/>
        </p:nvSpPr>
        <p:spPr>
          <a:xfrm>
            <a:off x="8714232" y="3125351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10872216" y="3097918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72238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Missing Lens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4232" y="3399670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8714232" y="3399670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10872216" y="3372238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646558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Cavity Off Center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14232" y="3673990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Rounded Rectangle 25"/>
          <p:cNvSpPr/>
          <p:nvPr/>
        </p:nvSpPr>
        <p:spPr>
          <a:xfrm>
            <a:off x="8714232" y="3673990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10872216" y="3646558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920878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Folded Lens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4232" y="3948310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8714232" y="3948310"/>
            <a:ext cx="1093622" cy="164592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10872216" y="3920878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0.52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2585752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4F8150"/>
                </a:solidFill>
              </a:rPr>
              <a:t>Scores every tag separately: the weak tag is visible, not hidden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2303F"/>
                </a:solidFill>
              </a:rPr>
              <a:t>Accuracy counts all answers together; AUPRC scores each tag on its own, so one failing tag can never hide inside the average.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59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00000"/>
                </a:solidFill>
              </a:rPr>
              <a:t>The data behind the Folded Lens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</a:rPr>
              <a:t>All 3,377 lens-presentation images used, and how the tags overlap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9144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828800"/>
                <a:gridCol w="21945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Label distribution</a:t>
                      </a:r>
                    </a:p>
                  </a:txBody>
                  <a:tcPr marL="91440" marR="91440"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Images</a:t>
                      </a:r>
                    </a:p>
                  </a:txBody>
                  <a:tcPr marL="91440" marR="91440"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Share of the 3,377</a:t>
                      </a:r>
                    </a:p>
                  </a:txBody>
                  <a:tcPr marL="91440" marR="91440" marT="27432" marB="27432" anchor="ctr">
                    <a:solidFill>
                      <a:srgbClr val="1F3B6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Single-tag images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3,199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94.7%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Two-tag images (Folded Lens + Multiple Lenses)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178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5.3%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Three or more tags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Total images used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3,377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100%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3977639"/>
          <a:ext cx="91440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51760"/>
                <a:gridCol w="33832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Tag</a:t>
                      </a:r>
                    </a:p>
                  </a:txBody>
                  <a:tcPr marL="91440" marR="91440"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Images carrying the tag</a:t>
                      </a:r>
                    </a:p>
                  </a:txBody>
                  <a:tcPr marL="91440" marR="91440"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With another tag</a:t>
                      </a:r>
                    </a:p>
                  </a:txBody>
                  <a:tcPr marL="91440" marR="91440" marT="27432" marB="27432" anchor="ctr">
                    <a:solidFill>
                      <a:srgbClr val="1F3B6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Multiple Lenses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1,442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178 (Folded Lens)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Missing Primary Package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1,427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Missing Lens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Cavity Off Center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Folded Lens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178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178 (always with Multiple Lenses)</a:t>
                      </a:r>
                    </a:p>
                  </a:txBody>
                  <a:tcPr marL="91440" marR="91440" marT="27432" marB="27432" anchor="ctr">
                    <a:solidFill>
                      <a:srgbClr val="FBE4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19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Every one of the 178 Folded Lens images also carries Multiple Lenses, so the model can win by copying that tag instead of learning the fold.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946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Why we built a multi-label model</vt:lpstr>
      <vt:lpstr>How we read the results</vt:lpstr>
      <vt:lpstr>PowerPoint Presentation</vt:lpstr>
      <vt:lpstr>Results: baseline vs MultiScale, and the Folded Lens issue</vt:lpstr>
      <vt:lpstr>What's next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Pranay Chowdary Pudota</cp:lastModifiedBy>
  <cp:revision>3</cp:revision>
  <dcterms:created xsi:type="dcterms:W3CDTF">2013-01-27T09:14:16Z</dcterms:created>
  <dcterms:modified xsi:type="dcterms:W3CDTF">2026-09-30T09:00:43Z</dcterms:modified>
  <cp:category/>
</cp:coreProperties>
</file>