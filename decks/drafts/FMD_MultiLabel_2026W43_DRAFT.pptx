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Pictures caught of the total present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5.8053151413924496E-2"/>
          <c:y val="0.12462243077763671"/>
          <c:w val="0.92932058595981293"/>
          <c:h val="0.69584242638511684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Before the weight change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Multiple Lenses (289)</c:v>
                </c:pt>
                <c:pt idx="1">
                  <c:v>Missing Primary Package (286)</c:v>
                </c:pt>
                <c:pt idx="2">
                  <c:v>Missing Lens (65)</c:v>
                </c:pt>
                <c:pt idx="3">
                  <c:v>Cavity Off Center (37)</c:v>
                </c:pt>
                <c:pt idx="4">
                  <c:v>Folded Lens (36)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289</c:v>
                </c:pt>
                <c:pt idx="1">
                  <c:v>286</c:v>
                </c:pt>
                <c:pt idx="2">
                  <c:v>61</c:v>
                </c:pt>
                <c:pt idx="3">
                  <c:v>35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D4-4D2F-9D42-06C2F0680D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the weight change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Multiple Lenses (289)</c:v>
                </c:pt>
                <c:pt idx="1">
                  <c:v>Missing Primary Package (286)</c:v>
                </c:pt>
                <c:pt idx="2">
                  <c:v>Missing Lens (65)</c:v>
                </c:pt>
                <c:pt idx="3">
                  <c:v>Cavity Off Center (37)</c:v>
                </c:pt>
                <c:pt idx="4">
                  <c:v>Folded Lens (36)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289</c:v>
                </c:pt>
                <c:pt idx="1">
                  <c:v>286</c:v>
                </c:pt>
                <c:pt idx="2">
                  <c:v>64</c:v>
                </c:pt>
                <c:pt idx="3">
                  <c:v>37</c:v>
                </c:pt>
                <c:pt idx="4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D4-4D2F-9D42-06C2F0680D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9"/>
        <c:overlap val="-2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5172507742425343"/>
          <c:y val="0.44855470026408689"/>
          <c:w val="0.23718468691697125"/>
          <c:h val="0.15105597248782682"/>
        </c:manualLayout>
      </c:layout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Folded Lens F1 by decision cut-off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 the weight change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0.50</c:v>
                </c:pt>
                <c:pt idx="1">
                  <c:v>0.45</c:v>
                </c:pt>
                <c:pt idx="2">
                  <c:v>0.40</c:v>
                </c:pt>
                <c:pt idx="3">
                  <c:v>0.35</c:v>
                </c:pt>
                <c:pt idx="4">
                  <c:v>0.30</c:v>
                </c:pt>
                <c:pt idx="5">
                  <c:v>0.25</c:v>
                </c:pt>
                <c:pt idx="6">
                  <c:v>0.20</c:v>
                </c:pt>
                <c:pt idx="7">
                  <c:v>0.15</c:v>
                </c:pt>
                <c:pt idx="8">
                  <c:v>0.10</c:v>
                </c:pt>
                <c:pt idx="9">
                  <c:v>0.05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0.50700000000000001</c:v>
                </c:pt>
                <c:pt idx="1">
                  <c:v>0.50700000000000001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0.52200000000000002</c:v>
                </c:pt>
                <c:pt idx="6">
                  <c:v>0.52200000000000002</c:v>
                </c:pt>
                <c:pt idx="7">
                  <c:v>0.51400000000000001</c:v>
                </c:pt>
                <c:pt idx="8">
                  <c:v>0.51400000000000001</c:v>
                </c:pt>
                <c:pt idx="9">
                  <c:v>0.51400000000000001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3F-4EAA-85E7-922E601B0B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Before (no weights)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0.50</c:v>
                </c:pt>
                <c:pt idx="1">
                  <c:v>0.45</c:v>
                </c:pt>
                <c:pt idx="2">
                  <c:v>0.40</c:v>
                </c:pt>
                <c:pt idx="3">
                  <c:v>0.35</c:v>
                </c:pt>
                <c:pt idx="4">
                  <c:v>0.30</c:v>
                </c:pt>
                <c:pt idx="5">
                  <c:v>0.25</c:v>
                </c:pt>
                <c:pt idx="6">
                  <c:v>0.20</c:v>
                </c:pt>
                <c:pt idx="7">
                  <c:v>0.15</c:v>
                </c:pt>
                <c:pt idx="8">
                  <c:v>0.10</c:v>
                </c:pt>
                <c:pt idx="9">
                  <c:v>0.05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0.10299999999999999</c:v>
                </c:pt>
                <c:pt idx="1">
                  <c:v>0.19500000000000001</c:v>
                </c:pt>
                <c:pt idx="2">
                  <c:v>0.23799999999999999</c:v>
                </c:pt>
                <c:pt idx="3">
                  <c:v>0.23300000000000001</c:v>
                </c:pt>
                <c:pt idx="4">
                  <c:v>0.27300000000000002</c:v>
                </c:pt>
                <c:pt idx="5">
                  <c:v>0.311</c:v>
                </c:pt>
                <c:pt idx="6">
                  <c:v>0.38300000000000001</c:v>
                </c:pt>
                <c:pt idx="7">
                  <c:v>0.44900000000000001</c:v>
                </c:pt>
                <c:pt idx="8">
                  <c:v>0.44</c:v>
                </c:pt>
                <c:pt idx="9">
                  <c:v>0.46200000000000002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3F-4EAA-85E7-922E601B0B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959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Overall score = macro AUPRC. Balance score = macro F1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Expect the question: why did the number of false alarms rise? Answer: a model told to speak up more also speaks up when unsure. The cut-off slide shows the trade in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Method note if asked: the sweep reads the 677-picture test set. A quoted operating threshold for production should come from a separate validation slice. We will cut one before fixing a production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919012" cy="1143000"/>
          </a:xfrm>
        </p:spPr>
        <p:txBody>
          <a:bodyPr>
            <a:normAutofit fontScale="90000"/>
          </a:bodyPr>
          <a:lstStyle/>
          <a:p>
            <a:r>
              <a:rPr dirty="0"/>
              <a:t>Last week</a:t>
            </a:r>
            <a:r>
              <a:rPr lang="en-US" dirty="0"/>
              <a:t>’s Work: </a:t>
            </a:r>
            <a:r>
              <a:rPr dirty="0"/>
              <a:t>Here is where each one stands.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1116235" cy="4525963"/>
          </a:xfrm>
        </p:spPr>
        <p:txBody>
          <a:bodyPr>
            <a:normAutofit/>
          </a:bodyPr>
          <a:lstStyle/>
          <a:p>
            <a:r>
              <a:rPr sz="2800" dirty="0"/>
              <a:t>Test more model designs. Five models tested. None of them finds Folded Lens.</a:t>
            </a:r>
          </a:p>
          <a:p>
            <a:r>
              <a:rPr sz="2800" dirty="0"/>
              <a:t>Give rare tags more weight during training. Folded Lens catches went from 2 of 36 to 17 of 36.</a:t>
            </a:r>
          </a:p>
          <a:p>
            <a:r>
              <a:rPr sz="2800" dirty="0"/>
              <a:t>Find the best decision cut-off for Folded Lens. We tested every cut. The weighted model works at any cut, so we keep 0.5.</a:t>
            </a:r>
          </a:p>
          <a:p>
            <a:r>
              <a:rPr sz="2800" dirty="0"/>
              <a:t>This deck shows the numbers behind each answer.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48640" y="1828800"/>
          <a:ext cx="110642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r>
                        <a:t>Promise from last 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t>Test more model designs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five designs miss Folded Lens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t>Weight rare tags higher in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Folded Lens catches: 2 of 36 up to 17 of 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t>Tune the Folded Lens cut-off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Cut does not matter on the weighted model. We keep 0.5.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111709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Every bigger model scores lower overall than the standard one. All five miss all 36 Folded Lens test pictures.</a:t>
            </a:r>
          </a:p>
          <a:p>
            <a:r>
              <a:rPr dirty="0"/>
              <a:t>The scores barely differ between models. Running the same model twice moves the balance score by 0.037, which is more than the gaps in this table.</a:t>
            </a:r>
          </a:p>
          <a:p>
            <a:r>
              <a:rPr dirty="0"/>
              <a:t>The four bigger models give every Folded Lens picture a negative score. No decision cut can recover them.</a:t>
            </a:r>
          </a:p>
          <a:p>
            <a:r>
              <a:rPr dirty="0"/>
              <a:t>Conclusion: the model design is not the problem. The data is.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866579"/>
              </p:ext>
            </p:extLst>
          </p:nvPr>
        </p:nvGraphicFramePr>
        <p:xfrm>
          <a:off x="563880" y="3276600"/>
          <a:ext cx="11064240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Overall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Balance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Folded Lens found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t>ResNet 50 (standard)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of 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t>MultiScale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of 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t>Attention 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of 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t>Inception + 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of 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t>Inception + refined decode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 of 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808182"/>
            <a:ext cx="111709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The model did not learn to see a folded lens. We made misses cost 18 times more, so the model now speaks up more often.</a:t>
            </a:r>
          </a:p>
          <a:p>
            <a:r>
              <a:rPr dirty="0"/>
              <a:t>That is why we call this a patch. The real fix is more Folded Lens examples in the data.</a:t>
            </a:r>
          </a:p>
          <a:p>
            <a:r>
              <a:rPr dirty="0"/>
              <a:t>No other tag got worse. Multiple Lenses and Missing Primary Package stayed perfect. Missing Lens and Cavity Off Center improved.</a:t>
            </a:r>
          </a:p>
          <a:p>
            <a:r>
              <a:rPr dirty="0"/>
              <a:t>The balance gain of 0.084 is more than twice the 0.037 that a repeat run moves on its own. The weight change caused this, not run-to-run luck.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722311"/>
              </p:ext>
            </p:extLst>
          </p:nvPr>
        </p:nvGraphicFramePr>
        <p:xfrm>
          <a:off x="563880" y="3391348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t>Folded Lens, 36 test pictures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After the weight 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t>Caught at the 0.5 cut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 of 36 (6%)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 of 36 (47%)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t>Of our flags, how many were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t>Balance of catch and correctness (F1)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t>Score for this tag alone (AUPRC)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t>Score for all five tags (AUPRC)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0.924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09935"/>
            <a:ext cx="110265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Four tags were already at or near perfect and stayed there. The weight change did not trade them away.</a:t>
            </a:r>
          </a:p>
          <a:p>
            <a:r>
              <a:rPr dirty="0"/>
              <a:t>Folded Lens is the one bar that moves: 2 of 36 up to 17 of 36.</a:t>
            </a:r>
          </a:p>
          <a:p>
            <a:r>
              <a:rPr dirty="0"/>
              <a:t>This is the picture to remember from the weight experiment.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531112"/>
              </p:ext>
            </p:extLst>
          </p:nvPr>
        </p:nvGraphicFramePr>
        <p:xfrm>
          <a:off x="161365" y="2052918"/>
          <a:ext cx="11451515" cy="4667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20849"/>
            <a:ext cx="111709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Moving the cut changes almost nothing on the weighted model: one more catch, two more false alarms, across the whole range.</a:t>
            </a:r>
          </a:p>
          <a:p>
            <a:r>
              <a:rPr dirty="0"/>
              <a:t>The same test on the unweighted model matters a lot: catches climb from 2 to 12 as the cut drops, but the best balance score reaches only 0.46 against our 0.52.</a:t>
            </a:r>
          </a:p>
          <a:p>
            <a:r>
              <a:rPr dirty="0"/>
              <a:t>So weighting beats tuning. We keep the standard 0.5 cut: moving to 0.2 buys one picture at the cost of one more false alarm.</a:t>
            </a:r>
          </a:p>
          <a:p>
            <a:r>
              <a:rPr dirty="0"/>
              <a:t>The limit stays the same either way. Folded Lens has 178 examples in our data and all of them sit inside Multiple Lenses.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743496"/>
              </p:ext>
            </p:extLst>
          </p:nvPr>
        </p:nvGraphicFramePr>
        <p:xfrm>
          <a:off x="563880" y="342900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r>
                        <a:t>Cut-off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Caught, of 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False alarms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 our flags,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t>0.50 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t>0.20 (best)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39906"/>
            <a:ext cx="11064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The </a:t>
            </a:r>
            <a:r>
              <a:rPr lang="en-US" dirty="0"/>
              <a:t>red</a:t>
            </a:r>
            <a:r>
              <a:rPr dirty="0"/>
              <a:t> line climbs as the cut drops, but never reaches the </a:t>
            </a:r>
            <a:r>
              <a:rPr lang="en-US" dirty="0"/>
              <a:t>blue</a:t>
            </a:r>
            <a:r>
              <a:rPr dirty="0"/>
              <a:t> line. Weighting beats tuning at every single cut.</a:t>
            </a:r>
          </a:p>
          <a:p>
            <a:r>
              <a:rPr dirty="0"/>
              <a:t>The </a:t>
            </a:r>
            <a:r>
              <a:rPr lang="en-US" dirty="0"/>
              <a:t>blue</a:t>
            </a:r>
            <a:r>
              <a:rPr dirty="0"/>
              <a:t> line is nearly flat: the weighted model does not need a tuned cut. The default 0.5 works.</a:t>
            </a:r>
          </a:p>
          <a:p>
            <a:r>
              <a:rPr dirty="0"/>
              <a:t>Best unweighted score anywhere on this chart: 0.46. Weighted model at the default cut: 0.51.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654310"/>
              </p:ext>
            </p:extLst>
          </p:nvPr>
        </p:nvGraphicFramePr>
        <p:xfrm>
          <a:off x="563880" y="2535219"/>
          <a:ext cx="110642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008658" cy="1143000"/>
          </a:xfrm>
        </p:spPr>
        <p:txBody>
          <a:bodyPr>
            <a:normAutofit/>
          </a:bodyPr>
          <a:lstStyle/>
          <a:p>
            <a:r>
              <a:rPr sz="3600" dirty="0"/>
              <a:t>Where this leaves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1008659" cy="4525963"/>
          </a:xfrm>
        </p:spPr>
        <p:txBody>
          <a:bodyPr>
            <a:normAutofit/>
          </a:bodyPr>
          <a:lstStyle/>
          <a:p>
            <a:r>
              <a:rPr sz="2400" dirty="0"/>
              <a:t>Model design: </a:t>
            </a:r>
            <a:endParaRPr lang="en-US" sz="2400" dirty="0"/>
          </a:p>
          <a:p>
            <a:pPr lvl="1"/>
            <a:r>
              <a:rPr sz="2000" dirty="0"/>
              <a:t>The standard </a:t>
            </a:r>
            <a:r>
              <a:rPr sz="2000" dirty="0" err="1"/>
              <a:t>ResNet</a:t>
            </a:r>
            <a:r>
              <a:rPr sz="2000" dirty="0"/>
              <a:t> 50 stays. Bigger models do not help.</a:t>
            </a:r>
          </a:p>
          <a:p>
            <a:r>
              <a:rPr sz="2400" dirty="0"/>
              <a:t>Training loss: </a:t>
            </a:r>
            <a:endParaRPr lang="en-US" sz="2400" dirty="0"/>
          </a:p>
          <a:p>
            <a:pPr lvl="1"/>
            <a:r>
              <a:rPr sz="2000" dirty="0"/>
              <a:t>Folded Lens catch rate is 47% and rising with more data. This is the bridge until better annotations arrive.</a:t>
            </a:r>
          </a:p>
          <a:p>
            <a:r>
              <a:rPr sz="2400" dirty="0"/>
              <a:t>Decision cut:</a:t>
            </a:r>
            <a:endParaRPr lang="en-US" sz="2400" dirty="0"/>
          </a:p>
          <a:p>
            <a:pPr lvl="1"/>
            <a:r>
              <a:rPr sz="2000" dirty="0"/>
              <a:t>0.5 stays. The weighted model is stable across cuts.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882</Words>
  <Application>Microsoft Office PowerPoint</Application>
  <PresentationFormat>Widescreen</PresentationFormat>
  <Paragraphs>134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Last week’s Work: Here is where each one stands.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Where this leaves us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Pranay Chowdary Pudota</cp:lastModifiedBy>
  <cp:revision>5</cp:revision>
  <dcterms:created xsi:type="dcterms:W3CDTF">2013-01-27T09:14:16Z</dcterms:created>
  <dcterms:modified xsi:type="dcterms:W3CDTF">2026-10-08T10:26:25Z</dcterms:modified>
  <cp:category/>
</cp:coreProperties>
</file>